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ab001221f416e" /><Relationship Type="http://schemas.openxmlformats.org/officeDocument/2006/relationships/extended-properties" Target="/docProps/app.xml" Id="R1ddca210576947a9" /><Relationship Type="http://schemas.openxmlformats.org/officeDocument/2006/relationships/officeDocument" Target="/ppt/presentation.xml" Id="R6a76501b0876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b6bcd1c65342f5"/>
  </p:sldMasterIdLst>
  <p:notesMasterIdLst>
    <p:notesMasterId xmlns:r="http://schemas.openxmlformats.org/officeDocument/2006/relationships" r:id="R9843f958d5df49c3"/>
  </p:notesMasterIdLst>
  <p:sldIdLst>
    <p:sldId xmlns:r="http://schemas.openxmlformats.org/officeDocument/2006/relationships" id="256" r:id="R9345371bd5da49af"/>
    <p:sldId xmlns:r="http://schemas.openxmlformats.org/officeDocument/2006/relationships" id="257" r:id="R9786b3d17944436c"/>
    <p:sldId xmlns:r="http://schemas.openxmlformats.org/officeDocument/2006/relationships" id="258" r:id="Raa59bde72ffa401a"/>
    <p:sldId xmlns:r="http://schemas.openxmlformats.org/officeDocument/2006/relationships" id="259" r:id="R0cbb62ba69e146c7"/>
    <p:sldId xmlns:r="http://schemas.openxmlformats.org/officeDocument/2006/relationships" id="260" r:id="Re65ddfac2c104ef0"/>
    <p:sldId xmlns:r="http://schemas.openxmlformats.org/officeDocument/2006/relationships" id="261" r:id="R38d97345e46f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2b31163b204681" /><Relationship Type="http://schemas.openxmlformats.org/officeDocument/2006/relationships/slideMaster" Target="/ppt/slideMasters/slideMaster1.xml" Id="R7db6bcd1c65342f5" /><Relationship Type="http://schemas.openxmlformats.org/officeDocument/2006/relationships/notesMaster" Target="/ppt/notesMasters/notesMaster1.xml" Id="R9843f958d5df49c3" /><Relationship Type="http://schemas.openxmlformats.org/officeDocument/2006/relationships/presProps" Target="/ppt/presProps.xml" Id="R5cf078d59b124964" /><Relationship Type="http://schemas.openxmlformats.org/officeDocument/2006/relationships/tableStyles" Target="/ppt/tableStyles.xml" Id="Rd5f9a8a8ac15474c" /><Relationship Type="http://schemas.openxmlformats.org/officeDocument/2006/relationships/slide" Target="/ppt/slides/slide1.xml" Id="R9345371bd5da49af" /><Relationship Type="http://schemas.openxmlformats.org/officeDocument/2006/relationships/slide" Target="/ppt/slides/slide2.xml" Id="R9786b3d17944436c" /><Relationship Type="http://schemas.openxmlformats.org/officeDocument/2006/relationships/slide" Target="/ppt/slides/slide3.xml" Id="Raa59bde72ffa401a" /><Relationship Type="http://schemas.openxmlformats.org/officeDocument/2006/relationships/slide" Target="/ppt/slides/slide4.xml" Id="R0cbb62ba69e146c7" /><Relationship Type="http://schemas.openxmlformats.org/officeDocument/2006/relationships/slide" Target="/ppt/slides/slide5.xml" Id="Re65ddfac2c104ef0" /><Relationship Type="http://schemas.openxmlformats.org/officeDocument/2006/relationships/slide" Target="/ppt/slides/slide6.xml" Id="R38d97345e46f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6af3d874e0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1916d39534ea7" /><Relationship Type="http://schemas.openxmlformats.org/officeDocument/2006/relationships/notesMaster" Target="/ppt/notesMasters/notesMaster1.xml" Id="Raa0d57dcc70d4c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6b159baad404a" /><Relationship Type="http://schemas.openxmlformats.org/officeDocument/2006/relationships/notesMaster" Target="/ppt/notesMasters/notesMaster1.xml" Id="R0f6c94d56168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ef9bce01f4959" /><Relationship Type="http://schemas.openxmlformats.org/officeDocument/2006/relationships/notesMaster" Target="/ppt/notesMasters/notesMaster1.xml" Id="Ra9264ad45384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7a8b2fc7e4524" /><Relationship Type="http://schemas.openxmlformats.org/officeDocument/2006/relationships/notesMaster" Target="/ppt/notesMasters/notesMaster1.xml" Id="Ra7760cbe6983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44af3ff9d74521" /><Relationship Type="http://schemas.openxmlformats.org/officeDocument/2006/relationships/notesMaster" Target="/ppt/notesMasters/notesMaster1.xml" Id="R81d25e8c96cb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801f1c3ce409c" /><Relationship Type="http://schemas.openxmlformats.org/officeDocument/2006/relationships/notesMaster" Target="/ppt/notesMasters/notesMaster1.xml" Id="R57e1191f7ee0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Hola. Somos Maximiliano Guzmán e Iván Tobar y presentamos UniPlan, nuestra solución desarrollada para apoyar el proceso de planificación académica y asignación de horarios docentes.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abordado corresponde a un proceso de planificación que depende fuertemente del manejo manual de información. Esto dificulta consolidar los horarios y aumenta el riesgo de generar cruces de profesores, grupos o aulas, además de tener que controlar manualmente disponibilidad y carga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UniPlan centraliza esta información en una aplicación web. El planificador construye el horario de manera interactiva y el sistema valida las restricciones en el backend. Además, incorpora una vista independiente para los profesores y permite generar resultados en Excel y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Como resultado obtuvimos un prototipo funcional que centraliza la planificación académica, permite construir y reorganizar horarios visualmente, aplica validaciones desde el backend y entrega información diferenciada para planificadores y profesores.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valor principal de UniPlan es reducir la dependencia de controles manuales, centralizar la información necesaria para planificar y prevenir asignaciones incompatibles antes de que lleguen a convertirse en errores operativos.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UniPlan demuestra cómo un proceso de planificación manual puede transformarse en una solución centralizada, interactiva y validada. Como próximos pasos quedan el despliegue productivo y la validación institucional del formato definitivo de exportación. Muchas gracias.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2cba2c02145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6388a9f694e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1c16702c44e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465464b474b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cae40f93a4b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21d4dd658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9A1CB4-3FFF-4CD6-8CAE-6CB838AFC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181F4B-DDBF-46F2-AE63-FF044700A1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2C1919-082C-4483-96BF-0C48A67DD9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D382C3-E3B4-4206-BB42-21A3A0D303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5405E8-AED1-4F80-A836-372225940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0C258D-AEB6-4CB2-A3B7-BDEFAF150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42A695-3CD9-4DC8-A98D-C67BBBE20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BD94BE-1743-4488-A3FB-299A9D2FC3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F78E88-7712-4529-8496-B7EB9C9FA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F011D5-8659-444F-B189-F177BE6786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55c84b63a49a2" /><Relationship Type="http://schemas.openxmlformats.org/officeDocument/2006/relationships/slideLayout" Target="/ppt/slideLayouts/slideLayout1.xml" Id="R31549a5df2174741" /><Relationship Type="http://schemas.openxmlformats.org/officeDocument/2006/relationships/slideLayout" Target="/ppt/slideLayouts/slideLayout2.xml" Id="R25a824dd5fdc4d35" /><Relationship Type="http://schemas.openxmlformats.org/officeDocument/2006/relationships/slideLayout" Target="/ppt/slideLayouts/slideLayout3.xml" Id="R5adfc6150f574f0b" /><Relationship Type="http://schemas.openxmlformats.org/officeDocument/2006/relationships/slideLayout" Target="/ppt/slideLayouts/slideLayout4.xml" Id="Ref23d52f11034d18" /><Relationship Type="http://schemas.openxmlformats.org/officeDocument/2006/relationships/slideLayout" Target="/ppt/slideLayouts/slideLayout5.xml" Id="R652bf306513146cc" /><Relationship Type="http://schemas.openxmlformats.org/officeDocument/2006/relationships/slideLayout" Target="/ppt/slideLayouts/slideLayout6.xml" Id="R416a413e730749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49a5df2174741"/>
    <p:sldLayoutId xmlns:r="http://schemas.openxmlformats.org/officeDocument/2006/relationships" id="2147483650" r:id="R25a824dd5fdc4d35"/>
    <p:sldLayoutId xmlns:r="http://schemas.openxmlformats.org/officeDocument/2006/relationships" id="2147483651" r:id="R5adfc6150f574f0b"/>
    <p:sldLayoutId xmlns:r="http://schemas.openxmlformats.org/officeDocument/2006/relationships" id="2147483652" r:id="Ref23d52f11034d18"/>
    <p:sldLayoutId xmlns:r="http://schemas.openxmlformats.org/officeDocument/2006/relationships" id="2147483653" r:id="R652bf306513146cc"/>
    <p:sldLayoutId xmlns:r="http://schemas.openxmlformats.org/officeDocument/2006/relationships" id="2147483654" r:id="R416a413e7307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d6e687d4a4a76" /><Relationship Type="http://schemas.openxmlformats.org/officeDocument/2006/relationships/image" Target="/ppt/media/image.png" Id="R005c8baea81b4627" /><Relationship Type="http://schemas.openxmlformats.org/officeDocument/2006/relationships/image" Target="/ppt/media/image.svg" Id="R1158bfbee5db48b7" /><Relationship Type="http://schemas.openxmlformats.org/officeDocument/2006/relationships/notesSlide" Target="/ppt/notesSlides/notesSlide1.xml" Id="R8c2a87fead6d44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f336f548f4566" /><Relationship Type="http://schemas.openxmlformats.org/officeDocument/2006/relationships/notesSlide" Target="/ppt/notesSlides/notesSlide2.xml" Id="R48e191739e55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f7635c977432c" /><Relationship Type="http://schemas.openxmlformats.org/officeDocument/2006/relationships/notesSlide" Target="/ppt/notesSlides/notesSlide3.xml" Id="R76d3096d67e047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da0e663b64826" /><Relationship Type="http://schemas.openxmlformats.org/officeDocument/2006/relationships/notesSlide" Target="/ppt/notesSlides/notesSlide4.xml" Id="R138296c21b3a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1a88ddbc74d89" /><Relationship Type="http://schemas.openxmlformats.org/officeDocument/2006/relationships/notesSlide" Target="/ppt/notesSlides/notesSlide5.xml" Id="R3e4d366a5c92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968fed7c54f3a" /><Relationship Type="http://schemas.openxmlformats.org/officeDocument/2006/relationships/image" Target="/ppt/media/image2.png" Id="R8ab61b9fd3794baa" /><Relationship Type="http://schemas.openxmlformats.org/officeDocument/2006/relationships/image" Target="/ppt/media/image2.svg" Id="R84d111a8a7e34f70" /><Relationship Type="http://schemas.openxmlformats.org/officeDocument/2006/relationships/notesSlide" Target="/ppt/notesSlides/notesSlide6.xml" Id="R58727c084d7c47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2B84D-7B36-4235-B49C-2DEFA583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0"/>
            <a:ext cx="290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5E201-2501-4BF0-AF06-88C2535F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BDE3E-A13A-41D7-9505-7BCF42FD62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c8baea81b4627">
            <a:extLst>
              <a:ext uri="{96DAC541-7B7A-43D3-8B79-37D633B846F1}">
                <asvg:svgBlip xmlns:asvg="http://schemas.microsoft.com/office/drawing/2016/SVG/main" r:embed="R1158bfbee5db48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8953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A69E0-B502-4CE8-AC58-67210C69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62175"/>
            <a:ext cx="762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UniPlan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2A0AD-146A-4402-B2CB-1DCD488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480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8F545-41B6-4A29-8415-BE6E6926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90925"/>
            <a:ext cx="8001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E1EDFA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E1ED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0">
                <a:solidFill>
                  <a:srgbClr val="E1EDFA"/>
                </a:solidFill>
                <a:latin typeface="Nimbus Sans"/>
                <a:ea typeface="Nimbus Sans"/>
                <a:cs typeface="Nimbus Sans"/>
              </a:rPr>
              <a:t>Planificación y validación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E1ED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0">
                <a:solidFill>
                  <a:srgbClr val="E1EDFA"/>
                </a:solidFill>
                <a:latin typeface="Nimbus Sans"/>
                <a:ea typeface="Nimbus Sans"/>
                <a:cs typeface="Nimbus Sans"/>
              </a:rPr>
              <a:t>de horarios académicos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8B97A-F396-48C0-BBB3-C2B472F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34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ABADD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ABADD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9ABADD"/>
                </a:solidFill>
                <a:latin typeface="Nimbus Sans"/>
                <a:ea typeface="Nimbus Sans"/>
                <a:cs typeface="Nimbus Sans"/>
              </a:rPr>
              <a:t>PROYECTO CAPSTONE  /  INGENIERÍA INFORMÁTICA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68E4C-03E6-49AB-9944-A3B625D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388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Maximiliano Guzmán  ·  Iván Tobar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FC18B-867E-4A81-A9FB-CCF241B1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353175"/>
            <a:ext cx="571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A9C2DA"/>
                </a:solidFill>
                <a:latin typeface="Nimbus Sans"/>
                <a:ea typeface="Nimbus Sans"/>
                <a:cs typeface="Nimbus Sans"/>
              </a:rPr>
              <a:t>Demostración realizada con datos ficticios.</a:t>
            </a:r>
          </a:p>
        </p:txBody>
      </p:sp>
    </p:spTree>
    <p:extLst>
      <p:ext uri="{BB962C8B-B14F-4D97-AF65-F5344CB8AC3E}">
        <p14:creationId xmlns:p14="http://schemas.microsoft.com/office/powerpoint/2010/main" val="549138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6CAF8-D05C-4F5F-A908-1053713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UNIPLAN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4387E-8683-4814-AB8F-84774D7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705A0-30AB-4933-BFD0-AF595F88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523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El desafío de la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planificación académica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49777-1E11-4198-B52A-EE0EFD74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Una tarea con múltiples restricciones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y datos que deben mantenerse alineados.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D1C3C-E7D5-47A8-84EA-9A2AAFCA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2EAC7-BA42-4A0E-BC13-A175653D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4000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El control manual aumenta la complejidad y el riesgo de inconsistencias.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22C8-E89A-4964-B392-F4A05317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79120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95D0B-425D-426E-B5C4-2211E897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19DA6-BF40-4092-ABC7-C75E93DF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61F50-B2AF-4B51-BB16-D135F1A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76400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Información distribuida en planillas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D8354-4587-44FF-89A8-6172317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24125"/>
            <a:ext cx="579120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67D85-5456-48D0-B05A-AFE88D30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146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24FDE-2ECA-4D12-9710-2DD6C39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7EED0-F5C8-4044-BDB2-68DE8E8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76525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Cruces de profesores, grupos y aulas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5C9F6-647D-430D-A5F0-DEEB705A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579120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942E4-41EC-46B5-88AA-A1B7DDD5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4F4D4-8EF2-42DE-8C89-AE24930E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445A2-5C3A-446E-93A1-46F8289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76650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Disponibilidad y carga docente 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BA8B8-DC50-40A5-B954-C1FB5DC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4375"/>
            <a:ext cx="579120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DEACF-8E46-4847-835D-AC9A1A8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148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02EE3-D59A-42CC-8C4D-ACA3C65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D4072-7982-49FA-9BFC-C8A39640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76775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Consolidación y actualización de horarios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40EE3-C30D-4562-B06E-6F553B0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PROYECTO CAPSTONE · INGENIERÍA INFORMÁTICA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3DF1C-97D9-4E9F-92B6-FF62167F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32432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2F3A1-21FF-4AEA-BB60-731F4DF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UNIPLAN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DA1A9-63D3-41F1-A7DF-CD9E8A9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7334D-81D6-43C7-983D-2D60F31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UniPlan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4A4CD-161B-4B28-B821-E605570E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Una planificación visual, centralizada y validada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82B02-A563-40F5-A99C-38966366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2669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BD64-EA1C-497C-95BC-224DB3A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561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A9610-236D-46D8-A623-FFA32A6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847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Información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académica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B41A6-9300-4979-AC1F-4D2C89DF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2159-702F-46E2-A35C-5A3B3B42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05075"/>
            <a:ext cx="22669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481FD-8F90-4178-A919-090BFE3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67000"/>
            <a:ext cx="561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CEA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CEA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CEA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0C3D6-9077-49DB-AFB2-2CBF651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05150"/>
            <a:ext cx="1847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Planificación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interactiva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1E474-3955-4522-ABFF-9CA28BCA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289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D5445-5480-4E0C-BFB9-2589235E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22669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22731-22E9-415B-9F1F-1080B24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561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C5AE3-3C83-477E-9755-FE1B0C0C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1847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Validaciones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B71CD-3E72-4C6A-9AC9-F91591B9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A93C9-AF0D-47B6-9AA0-C9BB7796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05075"/>
            <a:ext cx="22669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8801E-F2F7-4A9B-A5C7-CD99D05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67000"/>
            <a:ext cx="561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BD39E-BF0A-4801-A799-10B9859D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05150"/>
            <a:ext cx="1847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Resultados 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exportaciones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E09C2-C946-4C39-AAD0-BB34741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Calendario  ·  Disponibilidad y carga docente  ·  Conflictos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8DE36-C6C8-4DB2-8014-C5E84E76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Portal Profesor  ·  Excel y 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A4DEE-92A5-4CD8-9450-01B2CBB5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24ADC-985A-4288-9F61-5E32D7BC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990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El planificador construye el horario de forma interactiva; UniPlan valida las restricciones desde el backend.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E1216-B538-4CF1-9A6A-43FDA81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162675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DEMOSTRACIÓN DEL SISTEMA  →</a:t>
            </a:r>
          </a:p>
        </p:txBody>
      </p:sp>
    </p:spTree>
    <p:extLst>
      <p:ext uri="{BB962C8B-B14F-4D97-AF65-F5344CB8AC3E}">
        <p14:creationId xmlns:p14="http://schemas.microsoft.com/office/powerpoint/2010/main" val="1345185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DE1CB-AF29-4F82-A2A7-194FE5B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EC7E4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EC7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AEC7E4"/>
                </a:solidFill>
                <a:latin typeface="Nimbus Sans"/>
                <a:ea typeface="Nimbus Sans"/>
                <a:cs typeface="Nimbus Sans"/>
              </a:rPr>
              <a:t>UNIPLAN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A90A7-715C-46D9-B93F-5B71B5B4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07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26EAA-6B47-45DA-AE26-ABFBF334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238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Resultado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9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9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obtenido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A4771-E694-4A90-8A17-048E5514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6075"/>
            <a:ext cx="904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867CB-4006-48EB-9292-3DE49D5B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D8E7F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D8E7F7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D8E7F7"/>
                </a:solidFill>
                <a:latin typeface="Nimbus Sans"/>
                <a:ea typeface="Nimbus Sans"/>
                <a:cs typeface="Nimbus Sans"/>
              </a:rPr>
              <a:t>Prototipo funcional de planificación académica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8247A-F4DD-4F5B-8C5F-B8B0DB2A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19200"/>
            <a:ext cx="619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85C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33263-31D3-4B34-B5AE-84B36E9C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8E65A-61AF-4A4E-8A24-02C6920E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906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35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83EE9-4ACD-4350-9C22-2CCFB00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62075"/>
            <a:ext cx="515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Construcción visual de horarios en calendario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B1037-02DB-410E-AFF0-D1A7F8A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619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85C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CB76E-8DEA-41FF-83AA-AD8A20D7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05ABE-EF19-4D90-9FAB-1413EE3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050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35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904A1-2632-4A19-A6A9-8BF5F32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76475"/>
            <a:ext cx="515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Validación de conflictos desde el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75588-F1DB-4D6C-901C-488EC754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619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85C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D7C7B-6C94-4EFB-8C3B-6FCF5537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D9416-BD2E-411B-8A7E-D6DCFD4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35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23D55-6B27-4958-BD6E-162572CB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90875"/>
            <a:ext cx="515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Control de disponibilidad y carga docente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A9B05-0F69-4B06-BB31-61E5439D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619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85C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3EB33-DD33-43B2-AF71-7B0C75C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62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E57F9-9387-43EB-B6D1-D6E3C73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338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35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5E34F-3E62-4517-86CB-FE2B0BCD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05275"/>
            <a:ext cx="515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Exportación administrativa a Excel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FA158-1815-4FE2-83E0-1773656E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76800"/>
            <a:ext cx="619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85C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5EBF4-F248-4778-9BEC-6651E266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076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1F309-11D9-4194-8CBF-8E72D819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482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35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962DA-2C17-4696-AE8F-D3814F1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9675"/>
            <a:ext cx="515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Portal Profesor con consulta y PDF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5C1C0-A076-442E-9A5A-3F35F4D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A9C2DA"/>
                </a:solidFill>
                <a:latin typeface="Nimbus Sans"/>
                <a:ea typeface="Nimbus Sans"/>
                <a:cs typeface="Nimbus Sans"/>
              </a:rPr>
              <a:t>Demostración realizada con datos ficticios.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D5E6C-6F33-4C46-B809-B84AEECD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A9C2DA"/>
                </a:solidFill>
                <a:latin typeface="Nimbus Sans"/>
                <a:ea typeface="Nimbus Sans"/>
                <a:cs typeface="Nimbus Sans"/>
              </a:rPr>
              <a:t>PROYECTO CAPSTONE · INGENIERÍA INFORMÁTICA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14AF7-9150-42AA-860B-5D94B03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9C2DA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A9C2DA"/>
                </a:solidFill>
                <a:latin typeface="Nimbus Sans"/>
                <a:ea typeface="Nimbus Sans"/>
                <a:cs typeface="Nimbus Sans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940299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8E861-1789-408B-AA61-1E9654F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UNIPLAN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75BC1-A2D7-4807-B93F-60B744D0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BD970-1CBE-40F6-9765-2464F69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3525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Valor que entrega UniPlan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04C8-4E1D-4F07-8E55-30595263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1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89945-98BD-49E5-946D-6F52A5DD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40567-F79D-496D-8692-3610543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MENOS ERRORES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EED6A-958C-4B78-9C50-0166DD7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62250"/>
            <a:ext cx="4067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Detecta asignaciones incompatibles.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01941-877E-4070-97F9-46C5B680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71700"/>
            <a:ext cx="501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75BD2-9184-4831-85BC-50CD5B3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BFD13-B59E-4832-AEC2-430AA1E1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MÁS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DCB16-1A67-44FC-B812-AF0FD2B7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4067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Considera disponibilidad y carga docente.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F9C77-C575-46D8-9384-A2065008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01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17C61-D8BB-4AA0-9F59-960C2873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543E0-F87A-4294-9531-BDABB46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981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CENTRALIZACIÓN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BE827-EFA7-4206-9B6B-1FB58409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00550"/>
            <a:ext cx="4067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Reúne la información para planificar.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DAFBE-8864-48CE-90AF-F638E8BE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10000"/>
            <a:ext cx="501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B5C39-EE37-496B-826A-B87C402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71925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2563EB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9069F-1649-4584-A56E-CC467754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6304C"/>
                </a:solidFill>
                <a:latin typeface="Nimbus Sans"/>
                <a:ea typeface="Nimbus Sans"/>
                <a:cs typeface="Nimbus Sans"/>
              </a:rPr>
              <a:t>MEJOR ACCESO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F3DFD-42BD-4394-A411-DCEAB2C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4067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Ofrece resultados para cada perfil.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F8EEB-A6B0-45AB-8A4C-53037AC5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0F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9CBFE-E260-4D6B-A3E6-714E5D9F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34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UniPlan transforma un proceso manual en una planificación visual y validada.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B17EC-B797-426B-8469-7C692F1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PROYECTO CAPSTONE · INGENIERÍA INFORMÁTICA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36CB8-D466-4B6F-8820-DD83028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536B83"/>
                </a:solidFill>
                <a:latin typeface="Nimbus Sans"/>
                <a:ea typeface="Nimbus Sans"/>
                <a:cs typeface="Nimbus Sans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968184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BDA93-06DA-4B6E-9DC3-77A8FC4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F9F17-027E-44BA-B2F2-FF69AAD3F8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61b9fd3794baa">
            <a:extLst>
              <a:ext uri="{96DAC541-7B7A-43D3-8B79-37D633B846F1}">
                <asvg:svgBlip xmlns:asvg="http://schemas.microsoft.com/office/drawing/2016/SVG/main" r:embed="R84d111a8a7e34f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876300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253CC-FB44-4D2A-A819-CAE2A66C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UniPlan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F29D5-2CEA-4F7D-A17B-68375A7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E3EFFB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E3EFFB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E3EFFB"/>
                </a:solidFill>
                <a:latin typeface="Nimbus Sans"/>
                <a:ea typeface="Nimbus Sans"/>
                <a:cs typeface="Nimbus Sans"/>
              </a:rPr>
              <a:t>De la planificación manual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E3EFFB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E3EFFB"/>
                </a:solidFill>
                <a:latin typeface="Nimbus Sans"/>
                <a:ea typeface="Nimbus Sans"/>
                <a:cs typeface="Nimbus Sans"/>
              </a:rPr>
              <a:t>a una gestión académica visual y validada.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6F9DC-3C19-4703-9704-1CF9F58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66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F2695-5E9F-4648-9855-472BEFE9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ABADD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ABADD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9ABADD"/>
                </a:solidFill>
                <a:latin typeface="Nimbus Sans"/>
                <a:ea typeface="Nimbus Sans"/>
                <a:cs typeface="Nimbus Sans"/>
              </a:rPr>
              <a:t>PRÓXIMOS PASOS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62543-8AB3-43F7-83D4-8CD5D624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0506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Despliegue productivo  ·  Validación institucional del formato definitivo de exportación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D2173-6422-4239-B865-F1F553F3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CD2E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CD2E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BCD2E8"/>
                </a:solidFill>
                <a:latin typeface="Nimbus Sans"/>
                <a:ea typeface="Nimbus Sans"/>
                <a:cs typeface="Nimbus Sans"/>
              </a:rPr>
              <a:t>Maximiliano Guzmán  ·  Iván Tobar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75C21-D863-4C7E-A219-A5A7712B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333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BADD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ABADD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9ABADD"/>
                </a:solidFill>
                <a:latin typeface="Nimbus Sans"/>
                <a:ea typeface="Nimbus Sans"/>
                <a:cs typeface="Nimbus Sans"/>
              </a:rPr>
              <a:t>PROYECTO CAPSTONE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BC9B5-24E5-44F7-8883-ADCC24FE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86740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Gracias.</a:t>
            </a:r>
          </a:p>
        </p:txBody>
      </p:sp>
    </p:spTree>
    <p:extLst>
      <p:ext uri="{BB962C8B-B14F-4D97-AF65-F5344CB8AC3E}">
        <p14:creationId xmlns:p14="http://schemas.microsoft.com/office/powerpoint/2010/main" val="539145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2026-10-15T02:05:31.2150000Z</dcterms:created>
  <dcterms:modified xsi:type="dcterms:W3CDTF">2026-10-15T02:05:31.2150000Z</dcterms:modified>
</coreProperties>
</file>